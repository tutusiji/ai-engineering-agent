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ade-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ade-night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ade-night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ade-night-e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de-night">
      <a:dk1>
        <a:srgbClr val="E7F6EF"/>
      </a:dk1>
      <a:lt1>
        <a:srgbClr val="0A0F0D"/>
      </a:lt1>
      <a:dk2>
        <a:srgbClr val="E7F6EF"/>
      </a:dk2>
      <a:lt2>
        <a:srgbClr val="12201A"/>
      </a:lt2>
      <a:accent1>
        <a:srgbClr val="34D399"/>
      </a:accent1>
      <a:accent2>
        <a:srgbClr val="2DD4BF"/>
      </a:accent2>
      <a:accent3>
        <a:srgbClr val="FBBF24"/>
      </a:accent3>
      <a:accent4>
        <a:srgbClr val="2DD4BF"/>
      </a:accent4>
      <a:accent5>
        <a:srgbClr val="34D399"/>
      </a:accent5>
      <a:accent6>
        <a:srgbClr val="FBBF24"/>
      </a:accent6>
      <a:hlink>
        <a:srgbClr val="34D399"/>
      </a:hlink>
      <a:folHlink>
        <a:srgbClr val="2DD4BF"/>
      </a:folHlink>
    </a:clrScheme>
    <a:fontScheme name="jade-night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