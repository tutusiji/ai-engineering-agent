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uxe-indi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uxe-indigo-sec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uxe-indigo-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uxe-indigo-end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luxe-indigo">
      <a:dk1>
        <a:srgbClr val="1E1B4B"/>
      </a:dk1>
      <a:lt1>
        <a:srgbClr val="FAF9F6"/>
      </a:lt1>
      <a:dk2>
        <a:srgbClr val="1E1B4B"/>
      </a:dk2>
      <a:lt2>
        <a:srgbClr val="EEF2FF"/>
      </a:lt2>
      <a:accent1>
        <a:srgbClr val="4F46E5"/>
      </a:accent1>
      <a:accent2>
        <a:srgbClr val="8B5CF6"/>
      </a:accent2>
      <a:accent3>
        <a:srgbClr val="D4AF37"/>
      </a:accent3>
      <a:accent4>
        <a:srgbClr val="8B5CF6"/>
      </a:accent4>
      <a:accent5>
        <a:srgbClr val="4F46E5"/>
      </a:accent5>
      <a:accent6>
        <a:srgbClr val="D4AF37"/>
      </a:accent6>
      <a:hlink>
        <a:srgbClr val="4F46E5"/>
      </a:hlink>
      <a:folHlink>
        <a:srgbClr val="8B5CF6"/>
      </a:folHlink>
    </a:clrScheme>
    <a:fontScheme name="luxe-indigo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