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mpagne-gol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mpagne-gold-se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mpagne-gold-cont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mpagne-gold-en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hampagne-gold">
      <a:dk1>
        <a:srgbClr val="292524"/>
      </a:dk1>
      <a:lt1>
        <a:srgbClr val="FDFBF6"/>
      </a:lt1>
      <a:dk2>
        <a:srgbClr val="292524"/>
      </a:dk2>
      <a:lt2>
        <a:srgbClr val="FAF3E0"/>
      </a:lt2>
      <a:accent1>
        <a:srgbClr val="A16207"/>
      </a:accent1>
      <a:accent2>
        <a:srgbClr val="CA8A04"/>
      </a:accent2>
      <a:accent3>
        <a:srgbClr val="0E7490"/>
      </a:accent3>
      <a:accent4>
        <a:srgbClr val="CA8A04"/>
      </a:accent4>
      <a:accent5>
        <a:srgbClr val="A16207"/>
      </a:accent5>
      <a:accent6>
        <a:srgbClr val="0E7490"/>
      </a:accent6>
      <a:hlink>
        <a:srgbClr val="A16207"/>
      </a:hlink>
      <a:folHlink>
        <a:srgbClr val="CA8A04"/>
      </a:folHlink>
    </a:clrScheme>
    <a:fontScheme name="champagne-gold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